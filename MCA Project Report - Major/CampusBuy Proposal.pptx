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 Slab"/>
      <p:regular r:id="rId15"/>
      <p:bold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Lato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LatoLight-bold.fntdata"/><Relationship Id="rId10" Type="http://schemas.openxmlformats.org/officeDocument/2006/relationships/slide" Target="slides/slide5.xml"/><Relationship Id="rId21" Type="http://schemas.openxmlformats.org/officeDocument/2006/relationships/font" Target="fonts/LatoLight-regular.fntdata"/><Relationship Id="rId13" Type="http://schemas.openxmlformats.org/officeDocument/2006/relationships/slide" Target="slides/slide8.xml"/><Relationship Id="rId24" Type="http://schemas.openxmlformats.org/officeDocument/2006/relationships/font" Target="fonts/Lato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Lato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La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61394"/>
            <a:ext cx="10668000" cy="18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95300" y="1091654"/>
            <a:ext cx="11201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CampusBuy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158454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A Secure Buy &amp; Sell Platform for College Students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320456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Madan Mohan Malaviya University of Technology, Gorakhpur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414587" y="3356669"/>
            <a:ext cx="184023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Roboto Slab"/>
                <a:ea typeface="Roboto Slab"/>
                <a:cs typeface="Roboto Slab"/>
                <a:sym typeface="Roboto Slab"/>
              </a:rPr>
              <a:t>PROJECT GUIDE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414587" y="3699569"/>
            <a:ext cx="1752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Dr. Sneha Mishra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414587" y="4112865"/>
            <a:ext cx="8858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Dept. of ITCA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472362" y="3356669"/>
            <a:ext cx="24203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Roboto Slab"/>
                <a:ea typeface="Roboto Slab"/>
                <a:cs typeface="Roboto Slab"/>
                <a:sym typeface="Roboto Slab"/>
              </a:rPr>
              <a:t>TEAM MEMBERS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472362" y="3699569"/>
            <a:ext cx="230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Rashi Gupta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472362" y="4112865"/>
            <a:ext cx="230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Priyanshu Yadav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472362" y="4526160"/>
            <a:ext cx="230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Yogesh Kumar Pandey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1. Introduction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2786360"/>
            <a:ext cx="535066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Project Overview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3348335"/>
            <a:ext cx="50958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CampusBuy is a proposed web-based marketplace designed exclusively for the college student community. It aims to digitize and secure the process of buying and selling pre-owned items within the campus.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334125" y="2786360"/>
            <a:ext cx="535066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Core Philosophy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34125" y="3348335"/>
            <a:ext cx="50958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platform bridges the gap between students wishing to declutter resources (books, gadgets, lab tools) and those seeking affordable goods. Unlike open marketplaces, CampusBuy restricts access to verified students, creating a trusted "closed-loop" economy.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2. Problem Statement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057275" y="289024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Economic Strain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57275" y="3452217"/>
            <a:ext cx="27749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New academic resources and engineering gadgets are often prohibitively expensive. Students lack a streamlined way to recover costs from unused items.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708475" y="289024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Trust Deficit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708475" y="3452217"/>
            <a:ext cx="27749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 platforms like OLX and Facebook Marketplace are plagued by scams, anonymous sellers, and a lack of accountability, making them risky for students.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59675" y="289024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Inconvenience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59675" y="3452217"/>
            <a:ext cx="27749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Coordinating meetups with strangers off-campus is logistically difficult and potentially unsafe. There is no centralized hub for campus-specific trade.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37589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37589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375892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3. Proposed Solution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714500" y="2259806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Exclusive Network: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platform enforces a "students-only" policy. Access is strictly limited to users who can verify their identity via their institutional email (@mmmut.ac.in).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714500" y="3168253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Verified Transactions: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By eliminating anonymous outsiders, we significantly reduce the risk of fraud and ensure every interaction is with a legitimate peer.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714500" y="4076700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Circular Economy: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system encourages the reuse of textbooks, electronics, and furniture, reducing campus waste and promoting sustainability.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714500" y="4985146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Seamless Experience: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centralized, mobile-responsive web application replaces scattered WhatsApp groups and notice boards.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979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20635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114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023246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48000"/>
            <a:ext cx="2453580" cy="219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0139" y="3048000"/>
            <a:ext cx="2453580" cy="219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279" y="3048000"/>
            <a:ext cx="2453580" cy="219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6419" y="3048000"/>
            <a:ext cx="2453580" cy="219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4. Methodology &amp; Workflow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3286125"/>
            <a:ext cx="217620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Step 1: Registration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52500" y="3676650"/>
            <a:ext cx="207258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 signs up using their official college email ID. An OTP is generated and sent for verification.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690639" y="3286125"/>
            <a:ext cx="217620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Step 2: Access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690639" y="3676650"/>
            <a:ext cx="207258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Upon successful verification, the user gains access to the secure dashboard and product feed.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428779" y="3286125"/>
            <a:ext cx="217620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Step 3: Listing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428779" y="3676650"/>
            <a:ext cx="207258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Sellers upload product details, price, and images. The system processes the data immediately.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66919" y="3286125"/>
            <a:ext cx="217620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Step 4: Transaction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166919" y="3676650"/>
            <a:ext cx="207258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Buyers connect via secure internal chat to negotiate and arrange a safe on-campus handover.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32992"/>
            <a:ext cx="3365450" cy="393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5. Technical Stack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057275" y="2328267"/>
            <a:ext cx="29136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Frontend Architecture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57275" y="3242667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React.js: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a dynamic, responsive single-page application (SPA).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57275" y="4457700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Tailwind CSS: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rapid, utility-first styling and consistent design.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708475" y="2328267"/>
            <a:ext cx="29136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Backend Infrastructure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708475" y="3242667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Node.js &amp; Express.js: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Scalable server-side environment to handle concurrent requests.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708475" y="4457700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Socket.IO: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enabling real-time, low-latency chat functionality.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359675" y="2328267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Data &amp; Storage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59675" y="2890242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MongoDB: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NoSQL database for flexible product and user data management.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359675" y="4105275"/>
            <a:ext cx="2774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Cloudinary: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Cloud-based image optimization and storage solution.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6. Key Features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143000" y="2211288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Secure Authentication: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JWT (JSON Web Tokens) for secure session management and institutional email OTP verification.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143000" y="3454896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Universal Chat Hub: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built-in messaging system that allows buyers and sellers to communicate without revealing personal phone numbers.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143000" y="4698503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Advanced Filtering: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Robust search and filter options allowing users to sort by category, price range, and product condition.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715125" y="2211288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Media Management: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Sellers can upload multiple high-resolution images which are automatically optimized for web delivery.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15125" y="3454896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History &amp; Management: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dashboard for users to track their active listings, view past transactions, and manage account details.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715125" y="4698503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Responsive Design: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Fully optimized interface that works seamlessly across desktop, tablet, and mobile devices.</a:t>
            </a:r>
            <a:endParaRPr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493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9299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73660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24938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4929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4736603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0572"/>
            <a:ext cx="3365450" cy="3599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00572"/>
            <a:ext cx="3365450" cy="3599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00572"/>
            <a:ext cx="3365450" cy="359985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66675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7. Expected Impact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62000" y="14097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057275" y="305782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Economic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057275" y="3619797"/>
            <a:ext cx="27749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Provides significant cost savings for buyers and an income source for sellers, easing the financial burden on students.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708475" y="305782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Environmental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708475" y="3619797"/>
            <a:ext cx="27749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Promotes a sustainable campus culture by extending the lifecycle of products and reducing waste generation.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359675" y="3057822"/>
            <a:ext cx="29136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Roboto Slab"/>
                <a:ea typeface="Roboto Slab"/>
                <a:cs typeface="Roboto Slab"/>
                <a:sym typeface="Roboto Slab"/>
              </a:rPr>
              <a:t>Social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359675" y="3619797"/>
            <a:ext cx="27749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Fosters a sense of community and trust by creating a safe, transparent, and exclusive network for peer-to-peer trade.</a:t>
            </a:r>
            <a:endParaRPr/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54347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54347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54347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1634579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8. Conclusion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62000" y="2377529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762000" y="2777579"/>
            <a:ext cx="106680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 Light"/>
                <a:ea typeface="Lato Light"/>
                <a:cs typeface="Lato Light"/>
                <a:sym typeface="Lato Light"/>
              </a:rPr>
              <a:t>CampusBuy is not just a marketplace; it is a community-driven solution to a persistent problem. By leveraging modern web technologies, we aim to create a secure, efficient, and sustainable ecosystem for the students of MMMUT.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762000" y="4343400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project addresses the critical needs of safety, trust, and convenience, setting a new standard for campus resource management.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