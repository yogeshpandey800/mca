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78" r:id="rId10"/>
    <p:sldId id="279" r:id="rId11"/>
    <p:sldId id="271" r:id="rId12"/>
    <p:sldId id="272" r:id="rId13"/>
    <p:sldId id="273" r:id="rId14"/>
    <p:sldId id="275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68" d="100"/>
          <a:sy n="68" d="100"/>
        </p:scale>
        <p:origin x="8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3B05C44-23FC-CD72-8EEE-6B61BA78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89CB324C-CD5B-C135-0C86-17B623BF4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E226A9C7-8FEA-9309-ECE1-3C20BBAF4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3785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2E0848A-DF0A-8D25-6746-B8EF432C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9FEA8C70-5C8C-B4B4-F3D4-03C248988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3F145FD7-504C-1C86-7113-C6F89DD99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5390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2EFE4CD-D6B3-22F8-E548-4C74D0DF5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8E72520B-1ABC-26DA-735F-71746B009C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DAD27C42-B802-E7F2-8273-5D9BAD0A0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570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DCB3746-A291-8BFD-63C1-E1E4E2F4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357C82A4-E9A3-84F3-E444-B8BF4BF0B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438D04C0-3E8A-12A6-7DE7-D3FD3B1BE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7299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f63ec7b6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26f63ec7b6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f63ec7b68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26f63ec7b68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81fb9745f0489a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481fb9745f0489a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392727EB-B273-87A5-7313-D913A7CD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81fb9745f0489a_41:notes">
            <a:extLst>
              <a:ext uri="{FF2B5EF4-FFF2-40B4-BE49-F238E27FC236}">
                <a16:creationId xmlns:a16="http://schemas.microsoft.com/office/drawing/2014/main" id="{D80CDB31-29A7-CE7A-34AB-0323AACEF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481fb9745f0489a_41:notes">
            <a:extLst>
              <a:ext uri="{FF2B5EF4-FFF2-40B4-BE49-F238E27FC236}">
                <a16:creationId xmlns:a16="http://schemas.microsoft.com/office/drawing/2014/main" id="{0CB3BFD4-0AE1-62F0-7DB4-767CBADB5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4086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7" name="Google Shape;87;p13"/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3"/>
          <p:cNvSpPr/>
          <p:nvPr/>
        </p:nvSpPr>
        <p:spPr>
          <a:xfrm>
            <a:off x="2076444" y="2505075"/>
            <a:ext cx="80391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BID OUT – ONLINE AUCTION SYSTEM</a:t>
            </a:r>
            <a:endParaRPr sz="1050" b="0" i="0" u="sng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/>
          <p:nvPr/>
        </p:nvSpPr>
        <p:spPr>
          <a:xfrm flipH="1">
            <a:off x="218122" y="573153"/>
            <a:ext cx="11572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</a:t>
            </a:r>
            <a:endParaRPr sz="11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GORAKHPUR</a:t>
            </a:r>
            <a:endParaRPr sz="32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14374" y="4314880"/>
            <a:ext cx="543877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YOGESH KUMAR PANDEY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no.: 2024073074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M.C.A. 2</a:t>
            </a:r>
            <a:r>
              <a:rPr lang="en-US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Year (3</a:t>
            </a:r>
            <a:r>
              <a:rPr lang="en-US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Sem)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7873325" y="4352925"/>
            <a:ext cx="36330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Supervision By: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MS. PRANJAL MAURYA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ITCA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" name="Google Shape;99;p14"/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584405" y="323271"/>
            <a:ext cx="3996831" cy="142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dirty="0"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1"/>
          </p:nvPr>
        </p:nvSpPr>
        <p:spPr>
          <a:xfrm>
            <a:off x="752662" y="1741249"/>
            <a:ext cx="6934497" cy="430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605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0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0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latin typeface="Times New Roman"/>
                <a:cs typeface="Times New Roman"/>
                <a:sym typeface="Times New Roman"/>
              </a:rPr>
              <a:t>Objectives</a:t>
            </a:r>
            <a:endParaRPr sz="20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latin typeface="Times New Roman"/>
                <a:cs typeface="Times New Roman"/>
                <a:sym typeface="Times New Roman"/>
              </a:rPr>
              <a:t>Workflow</a:t>
            </a:r>
            <a:endParaRPr sz="20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latin typeface="Times New Roman"/>
                <a:cs typeface="Times New Roman"/>
                <a:sym typeface="Times New Roman"/>
              </a:rPr>
              <a:t>Future Work</a:t>
            </a:r>
            <a:endParaRPr sz="20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000" dirty="0"/>
          </a:p>
          <a:p>
            <a:pPr marL="228600" lvl="0" indent="-9906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530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9" name="Google Shape;109;p15"/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584405" y="323271"/>
            <a:ext cx="3996831" cy="142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1"/>
          </p:nvPr>
        </p:nvSpPr>
        <p:spPr>
          <a:xfrm>
            <a:off x="584405" y="1745673"/>
            <a:ext cx="10887900" cy="48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full-stack online bidding application allowing users to buy and sell items through auctions.</a:t>
            </a:r>
          </a:p>
          <a:p>
            <a:pPr marL="5715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authentication, auction creation, bidding, admin panel, and automated auction closing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/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573905" y="318846"/>
            <a:ext cx="52152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579012" y="1741237"/>
            <a:ext cx="10643400" cy="43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240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offline auctions lack accessibility, transparency, and efficiency. There is a need for a digital system that automates the auctioning process.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" name="Google Shape;129;p17"/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584405" y="323271"/>
            <a:ext cx="5215262" cy="142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cs typeface="Times New Roman"/>
                <a:sym typeface="Times New Roman"/>
              </a:rPr>
              <a:t>Objectives</a:t>
            </a:r>
            <a:endParaRPr dirty="0"/>
          </a:p>
        </p:txBody>
      </p:sp>
      <p:sp>
        <p:nvSpPr>
          <p:cNvPr id="131" name="Google Shape;131;p17"/>
          <p:cNvSpPr txBox="1">
            <a:spLocks noGrp="1"/>
          </p:cNvSpPr>
          <p:nvPr>
            <p:ph type="body" idx="1"/>
          </p:nvPr>
        </p:nvSpPr>
        <p:spPr>
          <a:xfrm>
            <a:off x="477931" y="1495715"/>
            <a:ext cx="10643471" cy="430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1"/>
            <a:r>
              <a:rPr lang="en-US" dirty="0"/>
              <a:t>Build a platform for online auctions</a:t>
            </a:r>
          </a:p>
          <a:p>
            <a:pPr marL="571500" lvl="1" indent="0">
              <a:buNone/>
            </a:pPr>
            <a:endParaRPr lang="en-US" dirty="0"/>
          </a:p>
          <a:p>
            <a:pPr lvl="1"/>
            <a:r>
              <a:rPr lang="en-US" dirty="0"/>
              <a:t>Enable users to act as buyers and sellers</a:t>
            </a:r>
          </a:p>
          <a:p>
            <a:pPr marL="571500" lvl="1" indent="0">
              <a:buNone/>
            </a:pPr>
            <a:endParaRPr lang="en-US" dirty="0"/>
          </a:p>
          <a:p>
            <a:pPr lvl="1"/>
            <a:r>
              <a:rPr lang="en-US" dirty="0"/>
              <a:t>Secure authentication and authorization</a:t>
            </a:r>
          </a:p>
          <a:p>
            <a:pPr marL="571500" lvl="1" indent="0">
              <a:buNone/>
            </a:pPr>
            <a:endParaRPr lang="en-US" dirty="0"/>
          </a:p>
          <a:p>
            <a:pPr lvl="1"/>
            <a:r>
              <a:rPr lang="en-US" dirty="0"/>
              <a:t>Automated auction expiration</a:t>
            </a:r>
          </a:p>
          <a:p>
            <a:pPr marL="571500" lvl="1" indent="0">
              <a:buNone/>
            </a:pPr>
            <a:endParaRPr lang="en-US" dirty="0"/>
          </a:p>
          <a:p>
            <a:pPr lvl="1"/>
            <a:r>
              <a:rPr lang="en-US" dirty="0"/>
              <a:t>Admin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584405" y="323271"/>
            <a:ext cx="5215262" cy="142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cs typeface="Times New Roman"/>
                <a:sym typeface="Times New Roman"/>
              </a:rPr>
              <a:t>Workflow</a:t>
            </a:r>
            <a:endParaRPr dirty="0"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477931" y="1495715"/>
            <a:ext cx="10643471" cy="430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/>
            <a:r>
              <a:rPr lang="en-US" dirty="0"/>
              <a:t>User registers/logs in</a:t>
            </a:r>
          </a:p>
          <a:p>
            <a:pPr marL="571500" lvl="1" indent="0">
              <a:buNone/>
            </a:pPr>
            <a:endParaRPr lang="en-US" dirty="0"/>
          </a:p>
          <a:p>
            <a:pPr lvl="1"/>
            <a:r>
              <a:rPr lang="en-US" dirty="0"/>
              <a:t>Seller creates auction</a:t>
            </a:r>
          </a:p>
          <a:p>
            <a:pPr marL="571500" lvl="1" indent="0">
              <a:buNone/>
            </a:pPr>
            <a:endParaRPr lang="en-US" dirty="0"/>
          </a:p>
          <a:p>
            <a:pPr lvl="1"/>
            <a:r>
              <a:rPr lang="en-US" dirty="0"/>
              <a:t>Buyer places bids</a:t>
            </a:r>
          </a:p>
          <a:p>
            <a:pPr marL="571500" lvl="1" indent="0">
              <a:buNone/>
            </a:pPr>
            <a:endParaRPr lang="en-US" dirty="0"/>
          </a:p>
          <a:p>
            <a:pPr lvl="1"/>
            <a:r>
              <a:rPr lang="en-US" dirty="0"/>
              <a:t>Cron job closes expired auctions</a:t>
            </a:r>
          </a:p>
          <a:p>
            <a:pPr marL="571500" lvl="1" indent="0">
              <a:buNone/>
            </a:pPr>
            <a:endParaRPr lang="en-US" dirty="0"/>
          </a:p>
          <a:p>
            <a:pPr lvl="1"/>
            <a:r>
              <a:rPr lang="en-US" dirty="0"/>
              <a:t>Admin manages users</a:t>
            </a:r>
          </a:p>
          <a:p>
            <a:pPr marL="228600" indent="-228600" algn="just">
              <a:lnSpc>
                <a:spcPct val="150000"/>
              </a:lnSpc>
              <a:buSzPts val="2000"/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DD1DC34-7A38-B320-22AC-9479111D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>
            <a:extLst>
              <a:ext uri="{FF2B5EF4-FFF2-40B4-BE49-F238E27FC236}">
                <a16:creationId xmlns:a16="http://schemas.microsoft.com/office/drawing/2014/main" id="{C102371E-ACF1-1225-C17B-E5AF641AC455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>
            <a:extLst>
              <a:ext uri="{FF2B5EF4-FFF2-40B4-BE49-F238E27FC236}">
                <a16:creationId xmlns:a16="http://schemas.microsoft.com/office/drawing/2014/main" id="{076CAD30-8011-2F6C-92E0-5E1CBBED30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2F66FEAE-671B-D64F-53C6-C040AAE3E57E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0" name="Google Shape;140;p18">
            <a:extLst>
              <a:ext uri="{FF2B5EF4-FFF2-40B4-BE49-F238E27FC236}">
                <a16:creationId xmlns:a16="http://schemas.microsoft.com/office/drawing/2014/main" id="{B776EC1A-29DF-9533-80FF-BD371604A890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" name="Google Shape;141;p18">
            <a:extLst>
              <a:ext uri="{FF2B5EF4-FFF2-40B4-BE49-F238E27FC236}">
                <a16:creationId xmlns:a16="http://schemas.microsoft.com/office/drawing/2014/main" id="{7A8DFC33-DFB2-831A-C034-CE282347E5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4405" y="323271"/>
            <a:ext cx="5215262" cy="142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cs typeface="Times New Roman"/>
                <a:sym typeface="Times New Roman"/>
              </a:rPr>
              <a:t>Screenshots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C1A926-8E54-97E6-234D-91A12F5BA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71" y="1469644"/>
            <a:ext cx="10139579" cy="45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5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E77DD4F-F101-AD1D-0DD8-46FC8E9A0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>
            <a:extLst>
              <a:ext uri="{FF2B5EF4-FFF2-40B4-BE49-F238E27FC236}">
                <a16:creationId xmlns:a16="http://schemas.microsoft.com/office/drawing/2014/main" id="{A7A1BB4C-3E87-5586-72FE-E185B2926A40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>
            <a:extLst>
              <a:ext uri="{FF2B5EF4-FFF2-40B4-BE49-F238E27FC236}">
                <a16:creationId xmlns:a16="http://schemas.microsoft.com/office/drawing/2014/main" id="{0A43B6AB-1243-6432-DEE0-8A48F0457E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45FF26D6-D9F3-45A7-E1FB-40FC7EA6D98C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0" name="Google Shape;140;p18">
            <a:extLst>
              <a:ext uri="{FF2B5EF4-FFF2-40B4-BE49-F238E27FC236}">
                <a16:creationId xmlns:a16="http://schemas.microsoft.com/office/drawing/2014/main" id="{CAF9C2A7-ED13-69D2-A7CC-FDC663E6D614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" name="Google Shape;141;p18">
            <a:extLst>
              <a:ext uri="{FF2B5EF4-FFF2-40B4-BE49-F238E27FC236}">
                <a16:creationId xmlns:a16="http://schemas.microsoft.com/office/drawing/2014/main" id="{11C5B4EE-DD23-4017-FC7D-62D6973F35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4405" y="323271"/>
            <a:ext cx="5215262" cy="142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cs typeface="Times New Roman"/>
                <a:sym typeface="Times New Roman"/>
              </a:rPr>
              <a:t>Screenshots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368FC0-0238-B299-05BC-6A78337C6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39" y="1477108"/>
            <a:ext cx="10125509" cy="496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79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AE8229E-7E32-F8CB-8787-70A7FA7A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>
            <a:extLst>
              <a:ext uri="{FF2B5EF4-FFF2-40B4-BE49-F238E27FC236}">
                <a16:creationId xmlns:a16="http://schemas.microsoft.com/office/drawing/2014/main" id="{E487E16D-D83E-0875-6077-A1423E4011C1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>
            <a:extLst>
              <a:ext uri="{FF2B5EF4-FFF2-40B4-BE49-F238E27FC236}">
                <a16:creationId xmlns:a16="http://schemas.microsoft.com/office/drawing/2014/main" id="{7A44BC99-77EB-066C-6E2E-3A3221172F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CFF8D6E2-1B39-B812-D33B-F236F2987723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0" name="Google Shape;140;p18">
            <a:extLst>
              <a:ext uri="{FF2B5EF4-FFF2-40B4-BE49-F238E27FC236}">
                <a16:creationId xmlns:a16="http://schemas.microsoft.com/office/drawing/2014/main" id="{E6498D36-4DA1-297A-AACF-E57893E0D514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" name="Google Shape;141;p18">
            <a:extLst>
              <a:ext uri="{FF2B5EF4-FFF2-40B4-BE49-F238E27FC236}">
                <a16:creationId xmlns:a16="http://schemas.microsoft.com/office/drawing/2014/main" id="{8E2F8C85-DFF5-8D44-2CD0-78F47D48CC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4405" y="323271"/>
            <a:ext cx="5215262" cy="142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cs typeface="Times New Roman"/>
                <a:sym typeface="Times New Roman"/>
              </a:rPr>
              <a:t>Screenshots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CE8548-B880-D8F2-2B7D-0D67C2B7D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93" y="1434574"/>
            <a:ext cx="10139582" cy="491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35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953F276-0053-F680-4C6E-65CEED4C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>
            <a:extLst>
              <a:ext uri="{FF2B5EF4-FFF2-40B4-BE49-F238E27FC236}">
                <a16:creationId xmlns:a16="http://schemas.microsoft.com/office/drawing/2014/main" id="{9D254760-B1EA-B083-D77F-5B6479B27D88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>
            <a:extLst>
              <a:ext uri="{FF2B5EF4-FFF2-40B4-BE49-F238E27FC236}">
                <a16:creationId xmlns:a16="http://schemas.microsoft.com/office/drawing/2014/main" id="{6CB08537-2724-A97B-051F-0D07523CEA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5987C28D-BFFC-5E17-5923-32D35A8CCDFF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0" name="Google Shape;140;p18">
            <a:extLst>
              <a:ext uri="{FF2B5EF4-FFF2-40B4-BE49-F238E27FC236}">
                <a16:creationId xmlns:a16="http://schemas.microsoft.com/office/drawing/2014/main" id="{FDD2D175-ABA3-AE55-8098-43C42540F227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" name="Google Shape;141;p18">
            <a:extLst>
              <a:ext uri="{FF2B5EF4-FFF2-40B4-BE49-F238E27FC236}">
                <a16:creationId xmlns:a16="http://schemas.microsoft.com/office/drawing/2014/main" id="{BFD0C682-6674-13EA-3BE1-95EA0CCF0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4405" y="323271"/>
            <a:ext cx="5215262" cy="142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cs typeface="Times New Roman"/>
                <a:sym typeface="Times New Roman"/>
              </a:rPr>
              <a:t>Screenshots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84C39C-5DC6-68F3-A176-66FD7F4DC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477108"/>
            <a:ext cx="10153650" cy="483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32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8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6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2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8"/>
          <p:cNvSpPr/>
          <p:nvPr/>
        </p:nvSpPr>
        <p:spPr>
          <a:xfrm flipH="1">
            <a:off x="209338" y="419101"/>
            <a:ext cx="10773704" cy="253200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7" name="Google Shape;247;p28"/>
          <p:cNvCxnSpPr/>
          <p:nvPr/>
        </p:nvCxnSpPr>
        <p:spPr>
          <a:xfrm>
            <a:off x="11727668" y="1225362"/>
            <a:ext cx="0" cy="533820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8" name="Google Shape;248;p28"/>
          <p:cNvSpPr txBox="1">
            <a:spLocks noGrp="1"/>
          </p:cNvSpPr>
          <p:nvPr>
            <p:ph type="title"/>
          </p:nvPr>
        </p:nvSpPr>
        <p:spPr>
          <a:xfrm>
            <a:off x="584405" y="323271"/>
            <a:ext cx="52152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/>
          </a:p>
        </p:txBody>
      </p:sp>
      <p:sp>
        <p:nvSpPr>
          <p:cNvPr id="249" name="Google Shape;249;p28"/>
          <p:cNvSpPr txBox="1">
            <a:spLocks noGrp="1"/>
          </p:cNvSpPr>
          <p:nvPr>
            <p:ph type="body" idx="1"/>
          </p:nvPr>
        </p:nvSpPr>
        <p:spPr>
          <a:xfrm>
            <a:off x="477931" y="1495715"/>
            <a:ext cx="10643400" cy="494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Implement a user-friendly interface for easier interaction and analysis.</a:t>
            </a:r>
          </a:p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Expand the system to support multiple languages for broader applicability</a:t>
            </a:r>
          </a:p>
          <a:p>
            <a:pPr marL="101600" indent="0" algn="just">
              <a:lnSpc>
                <a:spcPct val="115000"/>
              </a:lnSpc>
              <a:spcBef>
                <a:spcPts val="0"/>
              </a:spcBef>
              <a:buSzPts val="2000"/>
              <a:buNone/>
            </a:pPr>
            <a:r>
              <a:rPr lang="en-US" sz="2000" dirty="0">
                <a:latin typeface="Times New Roman"/>
                <a:cs typeface="Times New Roman"/>
              </a:rPr>
              <a:t>.</a:t>
            </a:r>
          </a:p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Realtime bidding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 algn="just">
              <a:lnSpc>
                <a:spcPct val="115000"/>
              </a:lnSpc>
              <a:spcBef>
                <a:spcPts val="0"/>
              </a:spcBef>
              <a:buSzPts val="200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gateway</a:t>
            </a:r>
          </a:p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version</a:t>
            </a:r>
          </a:p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price predictions</a:t>
            </a:r>
          </a:p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logging</a:t>
            </a:r>
          </a:p>
          <a:p>
            <a:pPr indent="-355600" algn="just">
              <a:lnSpc>
                <a:spcPct val="115000"/>
              </a:lnSpc>
              <a:spcBef>
                <a:spcPts val="0"/>
              </a:spcBef>
              <a:buSzPts val="2000"/>
              <a:buFont typeface="Times New Roman"/>
              <a:buChar char="•"/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9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6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2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9"/>
          <p:cNvSpPr/>
          <p:nvPr/>
        </p:nvSpPr>
        <p:spPr>
          <a:xfrm flipH="1">
            <a:off x="209338" y="419101"/>
            <a:ext cx="10773704" cy="253200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7" name="Google Shape;257;p29"/>
          <p:cNvCxnSpPr/>
          <p:nvPr/>
        </p:nvCxnSpPr>
        <p:spPr>
          <a:xfrm>
            <a:off x="11727668" y="1225362"/>
            <a:ext cx="0" cy="533820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8" name="Google Shape;258;p29"/>
          <p:cNvSpPr txBox="1">
            <a:spLocks noGrp="1"/>
          </p:cNvSpPr>
          <p:nvPr>
            <p:ph type="title"/>
          </p:nvPr>
        </p:nvSpPr>
        <p:spPr>
          <a:xfrm>
            <a:off x="584405" y="323271"/>
            <a:ext cx="52152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259" name="Google Shape;259;p29"/>
          <p:cNvSpPr txBox="1">
            <a:spLocks noGrp="1"/>
          </p:cNvSpPr>
          <p:nvPr>
            <p:ph type="body" idx="1"/>
          </p:nvPr>
        </p:nvSpPr>
        <p:spPr>
          <a:xfrm>
            <a:off x="477931" y="1495715"/>
            <a:ext cx="10643400" cy="43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Official Documentation – https://react.dev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Official Documentation – https://nodejs.org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Official Docs – https://expressjs.com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Documentation – https://www.mongodb.com/docs</a:t>
            </a: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Cloudinary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Upload Docs – https://cloudinary.com/documentation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Documentation – https://tailwindcss.com/docs 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Guide – https://jwt.io/introduction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Node-Cron Scheduler – https://www.npmjs.com/package/node-cron</a:t>
            </a:r>
          </a:p>
          <a:p>
            <a:pPr marL="457200" indent="-342900">
              <a:lnSpc>
                <a:spcPct val="150000"/>
              </a:lnSpc>
              <a:spcBef>
                <a:spcPts val="1000"/>
              </a:spcBef>
              <a:buFont typeface="Times New Roman"/>
              <a:buChar char="•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0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6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2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0"/>
          <p:cNvSpPr/>
          <p:nvPr/>
        </p:nvSpPr>
        <p:spPr>
          <a:xfrm flipH="1">
            <a:off x="209338" y="419101"/>
            <a:ext cx="10773704" cy="253200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7" name="Google Shape;267;p30"/>
          <p:cNvCxnSpPr/>
          <p:nvPr/>
        </p:nvCxnSpPr>
        <p:spPr>
          <a:xfrm>
            <a:off x="11727668" y="1225362"/>
            <a:ext cx="0" cy="533820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8" name="Google Shape;268;p30"/>
          <p:cNvSpPr txBox="1">
            <a:spLocks noGrp="1"/>
          </p:cNvSpPr>
          <p:nvPr>
            <p:ph type="title"/>
          </p:nvPr>
        </p:nvSpPr>
        <p:spPr>
          <a:xfrm>
            <a:off x="4124600" y="658950"/>
            <a:ext cx="4931700" cy="52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5800" b="1" dirty="0">
                <a:latin typeface="Times New Roman"/>
                <a:ea typeface="Times New Roman"/>
                <a:cs typeface="Times New Roman"/>
                <a:sym typeface="Times New Roman"/>
              </a:rPr>
              <a:t>Thank You.</a:t>
            </a:r>
            <a:endParaRPr sz="5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72F6870C-C7EB-8F68-6D48-E424834AD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0">
            <a:extLst>
              <a:ext uri="{FF2B5EF4-FFF2-40B4-BE49-F238E27FC236}">
                <a16:creationId xmlns:a16="http://schemas.microsoft.com/office/drawing/2014/main" id="{A26A9496-EA6E-97C8-6BF8-930060127360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6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0">
            <a:extLst>
              <a:ext uri="{FF2B5EF4-FFF2-40B4-BE49-F238E27FC236}">
                <a16:creationId xmlns:a16="http://schemas.microsoft.com/office/drawing/2014/main" id="{150FB714-0B9E-148A-1A02-86B3165E0F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2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0">
            <a:extLst>
              <a:ext uri="{FF2B5EF4-FFF2-40B4-BE49-F238E27FC236}">
                <a16:creationId xmlns:a16="http://schemas.microsoft.com/office/drawing/2014/main" id="{ABE0A34D-1E49-714E-A4EC-63D76AD5C14D}"/>
              </a:ext>
            </a:extLst>
          </p:cNvPr>
          <p:cNvSpPr/>
          <p:nvPr/>
        </p:nvSpPr>
        <p:spPr>
          <a:xfrm flipH="1">
            <a:off x="209338" y="419101"/>
            <a:ext cx="10773704" cy="253200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7" name="Google Shape;267;p30">
            <a:extLst>
              <a:ext uri="{FF2B5EF4-FFF2-40B4-BE49-F238E27FC236}">
                <a16:creationId xmlns:a16="http://schemas.microsoft.com/office/drawing/2014/main" id="{BE3F2F51-E3E1-5120-30D4-561A527E28B4}"/>
              </a:ext>
            </a:extLst>
          </p:cNvPr>
          <p:cNvCxnSpPr/>
          <p:nvPr/>
        </p:nvCxnSpPr>
        <p:spPr>
          <a:xfrm>
            <a:off x="11727668" y="1225362"/>
            <a:ext cx="0" cy="533820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8" name="Google Shape;268;p30">
            <a:extLst>
              <a:ext uri="{FF2B5EF4-FFF2-40B4-BE49-F238E27FC236}">
                <a16:creationId xmlns:a16="http://schemas.microsoft.com/office/drawing/2014/main" id="{09828AAD-EDB7-3390-5CF2-2DC6B8646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3599" y="658950"/>
            <a:ext cx="8052615" cy="52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5800" b="1" dirty="0">
                <a:latin typeface="Times New Roman"/>
                <a:ea typeface="Times New Roman"/>
                <a:cs typeface="Times New Roman"/>
                <a:sym typeface="Times New Roman"/>
              </a:rPr>
              <a:t>Any Question?</a:t>
            </a:r>
            <a:br>
              <a:rPr lang="en-US" sz="5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Please feel free to ask them</a:t>
            </a:r>
            <a:endParaRPr sz="5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5118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317</Words>
  <Application>Microsoft Office PowerPoint</Application>
  <PresentationFormat>Widescreen</PresentationFormat>
  <Paragraphs>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Contents</vt:lpstr>
      <vt:lpstr>Abstract</vt:lpstr>
      <vt:lpstr>Problem Statement</vt:lpstr>
      <vt:lpstr>Objectives</vt:lpstr>
      <vt:lpstr>Workflow</vt:lpstr>
      <vt:lpstr>Screenshots</vt:lpstr>
      <vt:lpstr>Screenshots</vt:lpstr>
      <vt:lpstr>Screenshots</vt:lpstr>
      <vt:lpstr>Screenshots</vt:lpstr>
      <vt:lpstr>Future Work</vt:lpstr>
      <vt:lpstr>References</vt:lpstr>
      <vt:lpstr>Thank You.</vt:lpstr>
      <vt:lpstr>Any Question? Please feel free to ask them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Yogesh Pandey</cp:lastModifiedBy>
  <cp:revision>31</cp:revision>
  <dcterms:modified xsi:type="dcterms:W3CDTF">2025-11-15T03:21:52Z</dcterms:modified>
</cp:coreProperties>
</file>